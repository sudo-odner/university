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 — место, где пользователь чаще всего ошибается и бросает продукт. Поэтому эргономика здесь важнее всего.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лекции. Календарю отведены два отдельных слайда: параметры события и подводные камни.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мысль: валидация — это забота, а не наказание за ошибку.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CalendarContract входит в состав SDK — отдельная зависимость не требуется. Git обязателен: сдача с историей коммитов.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модуля: назначение, польза и минимальный код каждого.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Ошибку обязательно СНИМАТЬ: setError(null). Иначе поле остаётся красным после исправления.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DataStore, в отличие от SharedPreferences, работает асинхронно и не блокирует главный поток.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 Android 6.0 опасные разрешения выдаются во время работы. Игнорирование отказа приводит к аварийному завершению.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Событие в системном календаре синхронизируется со всеми устройствами через аккаунт пользователя. Своя инфраструктура напоминаний не нужна.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слайда: сначала параметры намерения, потом время и подводные камни.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ключи — константы CalendarContract, не строки. Опечатка в строковом ключе просто игнорируется календарём.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Разрешения при таком способе НЕ нужны. Прямая запись через ContentResolver требует WRITE_CALENDAR и изучается в работе №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Способ через Intent выбран намеренно: он не требует разрешений и всегда оставляет последнее слово за пользователем. Это ответ на вопрос защиты.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три темы используют один набор модулей — различается предметная область и модель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закрепляется преподавателем либо выбирается из незанятых. Работы, повторяющие чужой вариант, к защите не принимаются.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Официальные источники: developer.android.com — text-fields, datastore, requesting permissions, calendar-provider.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Пункт 11 — негативные сценарии: пустые поля, только пробелы, некорректный формат, отказ в разрешении, отсутствие календаря.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Правая колонка — ровно то, что спросят на защите: не «так работает», а почему именно так.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Кривая форма означает брошенную заявку: пользователь не будет бороться с полем, он уйдёт к конкуренту.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Бонус: маска телефона, пересчёт по промокоду, анимация ошибок и прокрутка к первому невалидному полю, настраиваемое напоминание.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Студент уносит навык проектировать форму как диалог с пользователем, а не как набор полей.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2026-09-08T19:12:48Z</dcterms:created>
  <dcterms:modified xsi:type="dcterms:W3CDTF">2026-09-08T19:12:48Z</dcterms:modified>
</cp:coreProperties>
</file>